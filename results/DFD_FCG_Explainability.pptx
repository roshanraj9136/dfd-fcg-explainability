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12848"/>
          </a:xfrm>
          <a:prstGeom prst="rect">
            <a:avLst/>
          </a:prstGeom>
          <a:solidFill>
            <a:srgbClr val="14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00" b="1" i="0">
                <a:solidFill>
                  <a:srgbClr val="8FB6F5"/>
                </a:solidFill>
                <a:latin typeface="Segoe UI"/>
              </a:rPr>
              <a:t>CVPR 2025  ·  DFD-FCG  ·  EXPLAINABILITY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Why does the deepfake detector say YES or 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0" i="0">
                <a:solidFill>
                  <a:srgbClr val="C8D8F5"/>
                </a:solidFill>
                <a:latin typeface="Segoe UI"/>
              </a:rPr>
              <a:t>Exact spatial vs temporal attribution for a frozen-CLIP video deepfake detector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87168"/>
            <a:ext cx="3529584" cy="1627632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2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15184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REAL SAMPLE  000.MP4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52928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2E6FD9"/>
                </a:solidFill>
                <a:latin typeface="Segoe UI"/>
              </a:rPr>
              <a:t>REAL  ·  P=0.421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91840"/>
            <a:ext cx="316382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correct ✓   88% of clips agree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driver: TEMPORAL 70.9%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487168"/>
            <a:ext cx="3529584" cy="1627632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D96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615184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FAKE SAMPLE  000_003.MP4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852928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D9622E"/>
                </a:solidFill>
                <a:latin typeface="Segoe UI"/>
              </a:rPr>
              <a:t>FAKE  ·  P=0.932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291840"/>
            <a:ext cx="316382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correct ✓   100% of clips agree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driver: SPATIAL 50.4% · eyes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487168"/>
            <a:ext cx="3529584" cy="1627632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615184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ATTRIBUTION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852928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1E7A3C"/>
                </a:solidFill>
                <a:latin typeface="Segoe UI"/>
              </a:rPr>
              <a:t>Exact, not estimated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291840"/>
            <a:ext cx="316382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reproduces every head logit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to 9e-08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389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500"/>
              </a:spcAft>
            </a:pPr>
            <a:r>
              <a:rPr sz="1300" b="0" i="0">
                <a:solidFill>
                  <a:srgbClr val="1C1C24"/>
                </a:solidFill>
                <a:latin typeface="Segoe UI"/>
              </a:rPr>
              <a:t>•  Both FaceForensics++ samples shipped with the repository are classified correctly.</a:t>
            </a:r>
          </a:p>
          <a:p>
            <a:pPr algn="l">
              <a:lnSpc>
                <a:spcPct val="134000"/>
              </a:lnSpc>
              <a:spcAft>
                <a:spcPts val="500"/>
              </a:spcAft>
            </a:pPr>
            <a:r>
              <a:rPr sz="1300" b="0" i="0">
                <a:solidFill>
                  <a:srgbClr val="1C1C24"/>
                </a:solidFill>
                <a:latin typeface="Segoe UI"/>
              </a:rPr>
              <a:t>•  Each decision is split — exactly — into a spatial vs temporal share, then into facial regions (patches around eyes / nose / lips / skin), patches and encoder layers.</a:t>
            </a:r>
          </a:p>
          <a:p>
            <a:pPr algn="l">
              <a:lnSpc>
                <a:spcPct val="134000"/>
              </a:lnSpc>
              <a:spcAft>
                <a:spcPts val="500"/>
              </a:spcAft>
            </a:pPr>
            <a:r>
              <a:rPr sz="1300" b="0" i="0">
                <a:solidFill>
                  <a:srgbClr val="1C1C24"/>
                </a:solidFill>
                <a:latin typeface="Segoe UI"/>
              </a:rPr>
              <a:t>•  Stress-tested on the authors' own 7 perturbations × 3 severities: 12/21 false positives, 2/21 false negatives.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50" b="0" i="0">
                <a:solidFill>
                  <a:srgbClr val="5A5F6E"/>
                </a:solidFill>
                <a:latin typeface="Segoe UI"/>
              </a:rPr>
              <a:t>Released FFG ViT-L/14 checkpoint  ·  303.4 M parameters, only 0.25 M trained (0.08%)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What the authors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A small side network reads a frozen CLIP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•  CLIP ViT-L/14 is FROZEN — none of the 303 M backbone parameters are trained.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•  A side network (0.25 M params) taps the q / k / v / embedding tensors of all 24 layers.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•  SPATIAL branch (S): four learned queries — lips, skin, eyes, nose — attend over image patches. This is Facial Component Guidance.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•  TEMPORAL branch (T): frame-to-frame affinity per patch, then convolutions; the output is a 16×16 map.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•  Three heads vote: s_head, t_head and fusion a_head.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2560320" cy="1207008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8249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TRAINABLE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800" b="1" i="0">
                <a:solidFill>
                  <a:srgbClr val="1E7A3C"/>
                </a:solidFill>
                <a:latin typeface="Segoe UI"/>
              </a:rPr>
              <a:t>0.08%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5915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0.25 M of 303.4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554480"/>
            <a:ext cx="2569464" cy="1207008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2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682496"/>
            <a:ext cx="22037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920240"/>
            <a:ext cx="22037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800" b="1" i="0">
                <a:solidFill>
                  <a:srgbClr val="2E6FD9"/>
                </a:solidFill>
                <a:latin typeface="Segoe UI"/>
              </a:rPr>
              <a:t>10 frames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359152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3 s clip, aligned 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926080"/>
            <a:ext cx="53583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Why this architecture is unusually explainable: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the score is an explicit mean of three heads;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y_s and y_t are sums over 24 layers, 4 components and 256 patches.</a:t>
            </a:r>
          </a:p>
        </p:txBody>
      </p:sp>
      <p:pic>
        <p:nvPicPr>
          <p:cNvPr id="16" name="Picture 15" descr="f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901" y="3895344"/>
            <a:ext cx="5249891" cy="2670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How we measure each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No gradients, no surrogate model, no approximation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623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The decision is a 2-class softmax, so the entire verdict is one number: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       d  =  logit(FAKE) − logit(REAL),        P(FAKE) = σ(d)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Each head is a LayerNorm followed by a Linear layer, and its input is a SUM of parts (24 layers; 4 components; 256 patches).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Because the LayerNorm mean is itself additive over those parts, d splits exactly: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       d  =  Σₖ contribution(part k)  +  constant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50" b="0" i="0">
                <a:solidFill>
                  <a:srgbClr val="1C1C24"/>
                </a:solidFill>
                <a:latin typeface="Segoe UI"/>
              </a:rPr>
              <a:t>Each contribution is a true share of the real logit — together they reproduce the model's own output with no residual.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2542032" cy="118872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82496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RECONSTRUCTION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1E7A3C"/>
                </a:solidFill>
                <a:latin typeface="Segoe UI"/>
              </a:rPr>
              <a:t>9e-08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5915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instrumented vs untouched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9992" y="1554480"/>
            <a:ext cx="2542032" cy="118872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872" y="1682496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ADDITIVITY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92024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1E7A3C"/>
                </a:solidFill>
                <a:latin typeface="Segoe UI"/>
              </a:rPr>
              <a:t>exact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235915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verified 1e-16 in float64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7792"/>
            <a:ext cx="52212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Branch split = Shapley values over {S, T}: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v(∅)=0.5, v({S})=s_head P, v({T})=t_head P, v({S,T})=final P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φ_S + φ_T = P_final − 0.5 holds exactly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the spatial head provably never reads the temporal branch, so a branch ablation is exact for this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64608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What this yields for every 3-second clip: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spatial vs temporal percentage share        - contribution of lips / skin / eyes / nose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a 16×16 temporal evidence map                - per-layer contribution across 24 CLIP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The verdicts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60 overlapping 3-second clips per video</a:t>
            </a:r>
          </a:p>
        </p:txBody>
      </p:sp>
      <p:pic>
        <p:nvPicPr>
          <p:cNvPr id="6" name="Picture 5" descr="f2_verdic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459" y="1554480"/>
            <a:ext cx="9832776" cy="32461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928616"/>
          <a:ext cx="11057835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832"/>
                <a:gridCol w="1189014"/>
                <a:gridCol w="1545719"/>
                <a:gridCol w="1783522"/>
                <a:gridCol w="1783522"/>
                <a:gridCol w="2140226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video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truth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mean P(FAKE)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range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clips correct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000.mp4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REAL  ✓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0.421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0.29 – 0.54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88%   (53/60)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000_003.mp4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FAKE  ✓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0.932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0.87 – 0.95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100%   (60/60)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888736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The fake is detected confidently with zero disagreement across all 60 clips.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The real video stays below threshold but much closer to it (0.42), and 7 of 60 clips drift over — the model is more certain about fakes than about reals.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Spatial vs temporal: the headline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Share of the evidence that moved each decision away from chance</a:t>
            </a:r>
          </a:p>
        </p:txBody>
      </p:sp>
      <p:pic>
        <p:nvPicPr>
          <p:cNvPr id="6" name="Picture 5" descr="f3_branc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36" y="1554480"/>
            <a:ext cx="9922823" cy="31546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818888"/>
          <a:ext cx="11057836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968"/>
                <a:gridCol w="1139983"/>
                <a:gridCol w="1481978"/>
                <a:gridCol w="1595976"/>
                <a:gridCol w="2621961"/>
                <a:gridCol w="2051970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video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SPATIAL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TEMPORAL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dominant branch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clips where S wins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000.mp4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29.1%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70.9%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TEMPORAL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13/60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000_003.mp4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50.4%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49.6%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balanced (S slightly ahead)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33/60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779008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Saying FAKE is a JOINT decision: spatial 50.4% vs temporal 49.6%, with the branches agreeing on 100% of clips.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Saying REAL is mostly TEMPORAL (70.9%): the evidence for authenticity is consistent motion, not clean-looking frames.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3A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Why it said YES — view 1: the model's own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Decomposing the spatial branch over its four guided queries (feature space)</a:t>
            </a:r>
          </a:p>
        </p:txBody>
      </p:sp>
      <p:pic>
        <p:nvPicPr>
          <p:cNvPr id="6" name="Picture 5" descr="f4_facial_p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96" y="1554480"/>
            <a:ext cx="9351703" cy="29718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617720"/>
          <a:ext cx="11057837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2211"/>
                <a:gridCol w="2122211"/>
                <a:gridCol w="1340344"/>
                <a:gridCol w="2122211"/>
                <a:gridCol w="1340344"/>
                <a:gridCol w="2010516"/>
              </a:tblGrid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component query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FAKE contrib.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share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REAL contrib.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share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change (F−R)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eyes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+1.039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45.6%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+0.245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24.5%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+0.794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skin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+0.617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27.1%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+0.079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8.0%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+0.538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nose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+0.438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19.2%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-0.601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60.3%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+1.039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lips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+0.183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8.0%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+0.071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7.2%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+0.112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66459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MAIN CAUSE of the FAKE verdict: the EYES query — 45.6% of the spatial evidence, then skin 27.1%.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Caveat: a query is a learned embedding that attends over ALL 256 patches, so this is a FEATURE-space split, not a face-region split. Next slide does it by region.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Why it said YES — view 2: patches grouped by face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Cut the 16×16 patch grid into landmark-defined regions, then attribute each region</a:t>
            </a:r>
          </a:p>
        </p:txBody>
      </p:sp>
      <p:pic>
        <p:nvPicPr>
          <p:cNvPr id="6" name="Picture 5" descr="f11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13" y="1554480"/>
            <a:ext cx="10572467" cy="28803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526279"/>
          <a:ext cx="11057836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35"/>
                <a:gridCol w="1336661"/>
                <a:gridCol w="1822720"/>
                <a:gridCol w="2065750"/>
                <a:gridCol w="1822720"/>
                <a:gridCol w="2065750"/>
              </a:tblGrid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face region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patches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FAKE share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FAKE signed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REAL share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REAL signed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eyes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46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47.7%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+1.1507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37.7%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+0.4331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nose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5.6%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-0.1347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55.7%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-0.6402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lips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13.7%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+0.3299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3.6%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+0.0416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skin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33.0%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+0.7955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2.9%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+0.0337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875019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Same conclusion, now spatially localised: the EYE patches carry 47.7% of the FAKE evidence, skin 33.0%.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In the REAL video the NOSE patches dominate (55.7%) and vote REAL (-0.6402). Exact: contributions sum to the head logit (error 4e-16).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Do the two views agree? And where does each branch look?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Validating the region attribution, and comparing both branches on identical regions</a:t>
            </a:r>
          </a:p>
        </p:txBody>
      </p:sp>
      <p:pic>
        <p:nvPicPr>
          <p:cNvPr id="6" name="Picture 5" descr="f12_region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580" y="1554480"/>
            <a:ext cx="8410534" cy="25146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178808"/>
          <a:ext cx="557783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770"/>
                <a:gridCol w="1914780"/>
                <a:gridCol w="1248770"/>
                <a:gridCol w="1165518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query (named)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evidence from its OWN region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strongest region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eyes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88.6%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eyes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localised ✓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skin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79.5%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skin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localised ✓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lips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86.0%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lips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localised ✓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nose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9.1%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skin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DRIFTED ✗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4178808"/>
            <a:ext cx="526694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Two findings: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Both decompositions agree EYES dominate the fake — independent methods, same conclusion.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3 of 4 FCG queries sit on their own anatomy; the NOSE query drifts onto SKIN once the face is swapped (86% → 9%).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77256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The branches read DIFFERENT regions: for the fake, spatial favours eyes (47.7%) while temporal favours skin (41.9%) — they are not duplicating each 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Where in the face the temporal evidence 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The temporal branch output is a 16×16 grid, so it maps straight back onto the face</a:t>
            </a:r>
          </a:p>
        </p:txBody>
      </p:sp>
      <p:pic>
        <p:nvPicPr>
          <p:cNvPr id="6" name="Picture 5" descr="f5_temporal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78" y="1554480"/>
            <a:ext cx="9277138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700016"/>
            <a:ext cx="5349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Reading the maps: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red = this patch pushed towards FAKE, blue = towards REAL;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green dots are the averaged 68 facial landmarks;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the right panel is FAKE minus REAL — exactly where the swap created new evidence.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4700016"/>
          <a:ext cx="544982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051"/>
                <a:gridCol w="1051720"/>
                <a:gridCol w="1051720"/>
                <a:gridCol w="1147331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zone (area-normalised)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change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eyes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0.0150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0.0399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+0.0250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nose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0.0342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0.0539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+0.0197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mouth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0.0244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0.0237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-0.0007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jaw / contour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0.0488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0.0306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1C24"/>
                          </a:solidFill>
                          <a:latin typeface="Segoe UI"/>
                        </a:rPr>
                        <a:t>-0.0182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6025896"/>
            <a:ext cx="54498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Biggest gains after the swap: eyes, nose, mouth — the same inner-face region the swap replaced.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Zone attribution and component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Area-normalising removes the advantage of physically large regions</a:t>
            </a:r>
          </a:p>
        </p:txBody>
      </p:sp>
      <p:pic>
        <p:nvPicPr>
          <p:cNvPr id="6" name="Picture 5" descr="f6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35" y="1554480"/>
            <a:ext cx="7462024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178808"/>
            <a:ext cx="2057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Sanity check on FCG: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each of the four queries lands on its own region,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so the component percentages are anatomically meaningful,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not four anonymous channels.</a:t>
            </a:r>
          </a:p>
        </p:txBody>
      </p:sp>
      <p:pic>
        <p:nvPicPr>
          <p:cNvPr id="8" name="Picture 7" descr="f8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976" y="4178808"/>
            <a:ext cx="4426991" cy="23865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Is one branch enough?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Inference-time ablation of the released checkpoint</a:t>
            </a:r>
          </a:p>
        </p:txBody>
      </p:sp>
      <p:pic>
        <p:nvPicPr>
          <p:cNvPr id="6" name="Picture 5" descr="f9_counterf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7315200" cy="24149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554480"/>
            <a:ext cx="3529584" cy="1170432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1682496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FAKE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1920240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00" b="1" i="0">
                <a:solidFill>
                  <a:srgbClr val="1E7A3C"/>
                </a:solidFill>
                <a:latin typeface="Segoe UI"/>
              </a:rPr>
              <a:t>both sufficient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2359152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S alone 0.912  ·  T alone 0.908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889504"/>
            <a:ext cx="3529584" cy="1170432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2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3017520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REAL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3255264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00" b="1" i="0">
                <a:solidFill>
                  <a:srgbClr val="2E6FD9"/>
                </a:solidFill>
                <a:latin typeface="Segoe UI"/>
              </a:rPr>
              <a:t>both 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369417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S alone 0.469  ·  T alone 0.411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224528"/>
            <a:ext cx="35295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Per-clip branch agreement: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fake: 100%     - real: 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34058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On clean video either branch alone already reaches the correct verdict — the two are redundant here, not complementary.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Fusion still adds confidence: the fake rises 0.91 → 0.93.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That redundancy is exactly what breaks under degradation (next slide).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Where in the frozen encoder the evidence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Per-layer contributions across the 24 CLIP ViT-L/14 layers</a:t>
            </a:r>
          </a:p>
        </p:txBody>
      </p:sp>
      <p:pic>
        <p:nvPicPr>
          <p:cNvPr id="6" name="Picture 5" descr="f7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93" y="1554480"/>
            <a:ext cx="10211707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010912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Spatial evidence concentrates in DEEP layers (top for the fake: 19, 17, 20) — semantic, identity-level features.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Temporal evidence also draws on SHALLOW layers (top: 4, 18, 8) — low-level texture and motion cues.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This is why a frozen backbone suffices: the two branches read genuinely different depths of the same encoder, which is the paper's core design claim.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Stress test on the authors' own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7 perturbation types × 3 severity levels, same sample pair</a:t>
            </a:r>
          </a:p>
        </p:txBody>
      </p:sp>
      <p:pic>
        <p:nvPicPr>
          <p:cNvPr id="6" name="Picture 5" descr="f10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79" y="1554480"/>
            <a:ext cx="9764335" cy="3063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745736"/>
            <a:ext cx="2670048" cy="1115568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B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873752"/>
            <a:ext cx="23042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FALSE POSITIVES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11496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B32A2A"/>
                </a:solidFill>
                <a:latin typeface="Segoe UI"/>
              </a:rPr>
              <a:t>12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550408"/>
            <a:ext cx="2304288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REAL called FAKE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4745736"/>
            <a:ext cx="2670048" cy="1115568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D96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4873752"/>
            <a:ext cx="23042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FALSE NEGATIVES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5111496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D9622E"/>
                </a:solidFill>
                <a:latin typeface="Segoe UI"/>
              </a:rPr>
              <a:t>2 /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5550408"/>
            <a:ext cx="2304288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FAKE called REAL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4745736"/>
            <a:ext cx="2670048" cy="1115568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B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873752"/>
            <a:ext cx="23042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BLUR / 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5111496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B32A2A"/>
                </a:solidFill>
                <a:latin typeface="Segoe UI"/>
              </a:rPr>
              <a:t>always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5550408"/>
            <a:ext cx="2304288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GB, JPEG, VC at every 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4745736"/>
            <a:ext cx="2670048" cy="1115568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5" y="4873752"/>
            <a:ext cx="23042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BLOCK NOISE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5" y="5111496"/>
            <a:ext cx="23042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700" b="1" i="0">
                <a:solidFill>
                  <a:srgbClr val="1E7A3C"/>
                </a:solidFill>
                <a:latin typeface="Segoe UI"/>
              </a:rPr>
              <a:t>fully robust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5" y="5550408"/>
            <a:ext cx="2304288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BW correct at all levels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98932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The failure is strongly ASYMMETRIC: degradation pushes scores UP, so the model mistakes low quality for manipulation.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•  Blur, JPEG-style resampling and H.264 compression flip the real video at every severity; Gaussian noise does the opposite and hides the fake.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RESULT 8 ·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Robustness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300" b="0" i="0">
                <a:solidFill>
                  <a:srgbClr val="5A5F6E"/>
                </a:solidFill>
                <a:latin typeface="Segoe UI"/>
              </a:rPr>
              <a:t>Per-condition verdicts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54480"/>
          <a:ext cx="11057836" cy="4311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1383"/>
                <a:gridCol w="1170830"/>
                <a:gridCol w="1431014"/>
                <a:gridCol w="1431014"/>
                <a:gridCol w="1431014"/>
                <a:gridCol w="1431014"/>
                <a:gridCol w="2211567"/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condition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param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REAL P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FAKE P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error</a:t>
                      </a:r>
                    </a:p>
                  </a:txBody>
                  <a:tcPr marL="54864" marR="54864" marT="9144" marB="9144">
                    <a:solidFill>
                      <a:srgbClr val="2E6FD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clean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0.408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0.931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CS  L1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0.469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0.920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CS  L3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0.2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0.573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0.930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CS  L5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0.721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0.944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CC  L1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0.443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0.898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CC  L3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0.482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0.856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CC  L5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0.35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0.535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0.821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BW  L1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0.458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0.920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BW  L3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48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0.424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0.904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BW  L5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0.425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0.891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GNC  L1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0.001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0.193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0.568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GNC  L3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0.005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0.160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0.319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negative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GNC  L5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0.05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0.409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0.494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negative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GB  L1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0.572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0.760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GB  L3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0.654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0.703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GB  L5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0.660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0.691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JPEG  L1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0.553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0.788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JPEG  L3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0.693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0.718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JPEG  L5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0.730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0.655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VC  L1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0.516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0.799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VC  L3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0.560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0.713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2F4F8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VC  L5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0.595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0.679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FAKE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1C24"/>
                          </a:solidFill>
                          <a:latin typeface="Segoe UI"/>
                        </a:rPr>
                        <a:t>false positive</a:t>
                      </a:r>
                    </a:p>
                  </a:txBody>
                  <a:tcPr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975604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0" i="0">
                <a:solidFill>
                  <a:srgbClr val="5A5F6E"/>
                </a:solidFill>
                <a:latin typeface="Segoe UI"/>
              </a:rPr>
              <a:t>CS colour saturation · CC colour contrast · BW block-wise noise · GNC Gaussian noise · GB Gaussian blur · JPEG down/up-sampling · VC H.264 compression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Answers to the question we set out to 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52144"/>
            <a:ext cx="5440680" cy="196596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D96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80160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WHEN IT SAYS FAKE   (P = 0.932)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17904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 i="0">
                <a:solidFill>
                  <a:srgbClr val="D9622E"/>
                </a:solidFill>
                <a:latin typeface="Segoe UI"/>
              </a:rPr>
              <a:t>spatial 50.4% / temporal 49.6%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56816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MAIN CAUSE: the EYES. By face region 47.7% of the spatial evidence; by the model's own query 45.6%. Two independent methods agree.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Second is skin (33.0%), which is also where the temporal branch looks (41.9%).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All 60 clips agree; either branch alone suffices.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152144"/>
            <a:ext cx="5440680" cy="196596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2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280160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1" i="0">
                <a:solidFill>
                  <a:srgbClr val="5A5F6E"/>
                </a:solidFill>
                <a:latin typeface="Segoe UI"/>
              </a:rPr>
              <a:t>WHEN IT SAYS REAL   (P = 0.421)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517904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500" b="1" i="0">
                <a:solidFill>
                  <a:srgbClr val="2E6FD9"/>
                </a:solidFill>
                <a:latin typeface="Segoe UI"/>
              </a:rPr>
              <a:t>temporal 70.9% / spatial 29.1%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956816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MAIN CAUSE: temporal consistency — motion is coherent across frames.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Within the spatial branch the NOSE patches dominate (55.7%) and vote REAL (-0.640).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 i="0">
                <a:solidFill>
                  <a:srgbClr val="1C1C24"/>
                </a:solidFill>
                <a:latin typeface="Segoe UI"/>
              </a:rPr>
              <a:t>Lower margin: 7 of 60 clips cross the threshold.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10128"/>
            <a:ext cx="11057839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What this tells us about the model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Fake detection is driven by the EYES (47.7% of spatial evidence); authenticity is confirmed by MOTION CONSISTENCY (70.9%) — the two verdicts are not mirror images.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The two branches look at different regions (spatial → eyes, temporal → skin), so they are genuinely reading different evidence even though either alone suffices on clean video.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Facial Component Guidance mostly works: 3 of 4 queries sit on their own anatomy, but the nose query drifts onto skin once the face is swapped.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The real weakness is QUALITY, not forgery type: 12/21 degraded conditions raised a false alarm, because blur and compression push scores towards FAKE.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1C1C24"/>
                </a:solidFill>
                <a:latin typeface="Segoe UI"/>
              </a:rPr>
              <a:t>•  Practical consequence: a quality-aware threshold or compression augmentation would help more than an extra branch.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Method validity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5440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Why these numbers can be trusted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The instrumented model reproduces the untouched model's logits to 9e-08 — we are explaining the real checkpoint.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Contributions form an exact additive split, verified to 1e-16 in float64; they sum to the model's own logit with no residual.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The region decomposition reproduces the spatial head logit to 4e-16.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TWO INDEPENDENT decompositions (by model query, and by landmark-defined patch region) agree that the eyes dominate the fake verdict.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Shapley efficiency holds exactly: φ_S + φ_T = P_final − 0.5.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All 569 checkpoint tensors load with 0 missing and 0 unexpected keys.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Labels verified from FaceForensics++ naming and visually: the difference between the pair is confined to the inner face, 22.7× the background difference.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1344" y="1152144"/>
            <a:ext cx="5440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Limitations stated honestly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Two videos only. These are the samples shipped with the repository; FaceForensics++, Celeb-DF and DFDC are EULA-gated and cannot be downloaded without a signed agreement, so no cross-dataset generalisation is claimed.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Region boundaries come from nearest-landmark assignment on a 16×16 grid, so a patch straddling two regions is assigned to one. The per-patch contributions are exact; the grouping into regions is the approximate step.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Single-branch numbers are inference-time ablations of this checkpoint, not models re-trained with op_mode=[S] or [T], which would converge to different weights.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 i="0">
                <a:solidFill>
                  <a:srgbClr val="1C1C24"/>
                </a:solidFill>
                <a:latin typeface="Segoe UI"/>
              </a:rPr>
              <a:t>•  The robustness sweep uses 8 clips per condition; the main analysis 60, the region analysis 30.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2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100" b="1" i="0">
                <a:solidFill>
                  <a:srgbClr val="2E6FD9"/>
                </a:solidFill>
                <a:latin typeface="Segoe U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2500" b="1" i="0">
                <a:solidFill>
                  <a:srgbClr val="1C1C24"/>
                </a:solidFill>
                <a:latin typeface="Segoe UI"/>
              </a:rPr>
              <a:t>Reproducing this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105783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Pipeline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1.  landmarks + bboxes            python -m src.preprocess.fetch_landmark_bbox ...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2.  aligned face cropping         python -m src.preprocess.crop_main_face ...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3.  exactness self-test           python xai/smoke.py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4.  main analysis, 60 clips/video python xai/run_analysis.py --max-clips 60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5.  figures + derived metrics     python xai/make_figures.py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6.  REGION analysis (by patches)  python xai/run_region_analysis.py --max-clips 30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7.  region figures                python xai/make_region_figures.py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8.  robustness sweep              python xai/run_robustness.py --levels 1 3 5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9.  audits                        python xai/audit/audit_math2.py , audit_pipeline.py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10. deck                          python xai/build_deck.py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/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Environment: Windows, RTX 3050 Ti 4 GB (peak 2.5 GB at batch size 2), torch 2.6 + CUDA 12.4.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Outputs: xai/out/{report,derived,regions,robustness}.json + arrays.npz, regions.npz.</a:t>
            </a: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150" b="0" i="0">
                <a:solidFill>
                  <a:srgbClr val="1C1C24"/>
                </a:solidFill>
                <a:latin typeface="Segoe UI"/>
              </a:rPr>
              <a:t>Checkpoint: released FFG ViT-L/14 weights from the authors' Google Drive link.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53328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000" b="0" i="0">
                <a:solidFill>
                  <a:srgbClr val="5A5F6E"/>
                </a:solidFill>
                <a:latin typeface="Segoe UI"/>
              </a:rPr>
              <a:t>Han, Huang, Hua, Chen — Towards More General Video-based Deepfake Detection through Facial Component Guided Adaptation for Foundation Model, CVPR 2025  ·  arXiv:2404.05583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